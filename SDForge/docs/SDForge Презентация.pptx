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F447C-B877-475F-B145-1F9212D6D072}" type="datetimeFigureOut">
              <a:rPr lang="ru-RU" smtClean="0"/>
              <a:pPr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1D05E-26E2-4178-A8FF-BCB57C0F696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F447C-B877-475F-B145-1F9212D6D072}" type="datetimeFigureOut">
              <a:rPr lang="ru-RU" smtClean="0"/>
              <a:pPr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1D05E-26E2-4178-A8FF-BCB57C0F696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F447C-B877-475F-B145-1F9212D6D072}" type="datetimeFigureOut">
              <a:rPr lang="ru-RU" smtClean="0"/>
              <a:pPr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1D05E-26E2-4178-A8FF-BCB57C0F696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F447C-B877-475F-B145-1F9212D6D072}" type="datetimeFigureOut">
              <a:rPr lang="ru-RU" smtClean="0"/>
              <a:pPr/>
              <a:t>25.10.2026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1D05E-26E2-4178-A8FF-BCB57C0F696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F447C-B877-475F-B145-1F9212D6D072}" type="datetimeFigureOut">
              <a:rPr lang="ru-RU" smtClean="0"/>
              <a:pPr/>
              <a:t>25.10.2026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1D05E-26E2-4178-A8FF-BCB57C0F696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F447C-B877-475F-B145-1F9212D6D072}" type="datetimeFigureOut">
              <a:rPr lang="ru-RU" smtClean="0"/>
              <a:pPr/>
              <a:t>25.10.2026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1D05E-26E2-4178-A8FF-BCB57C0F696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F447C-B877-475F-B145-1F9212D6D072}" type="datetimeFigureOut">
              <a:rPr lang="ru-RU" smtClean="0"/>
              <a:pPr/>
              <a:t>25.10.2026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1D05E-26E2-4178-A8FF-BCB57C0F696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F447C-B877-475F-B145-1F9212D6D072}" type="datetimeFigureOut">
              <a:rPr lang="ru-RU" smtClean="0"/>
              <a:pPr/>
              <a:t>25.10.2026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1D05E-26E2-4178-A8FF-BCB57C0F696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F447C-B877-475F-B145-1F9212D6D072}" type="datetimeFigureOut">
              <a:rPr lang="ru-RU" smtClean="0"/>
              <a:pPr/>
              <a:t>25.10.2026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1D05E-26E2-4178-A8FF-BCB57C0F696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F447C-B877-475F-B145-1F9212D6D072}" type="datetimeFigureOut">
              <a:rPr lang="ru-RU" smtClean="0"/>
              <a:pPr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1D05E-26E2-4178-A8FF-BCB57C0F696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F447C-B877-475F-B145-1F9212D6D072}" type="datetimeFigureOut">
              <a:rPr lang="ru-RU" smtClean="0"/>
              <a:pPr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1D05E-26E2-4178-A8FF-BCB57C0F696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F447C-B877-475F-B145-1F9212D6D072}" type="datetimeFigureOut">
              <a:rPr lang="ru-RU" smtClean="0"/>
              <a:pPr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1D05E-26E2-4178-A8FF-BCB57C0F696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58921"/>
            <a:ext cx="7772400" cy="1298575"/>
          </a:xfrm>
        </p:spPr>
        <p:txBody>
          <a:bodyPr/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SDF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orge</a:t>
            </a:r>
            <a:endParaRPr lang="ru-RU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857496"/>
            <a:ext cx="6400800" cy="1752600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Дипломный проект на тему: «Разработка </a:t>
            </a:r>
            <a:r>
              <a:rPr lang="ru-RU" dirty="0" err="1" smtClean="0"/>
              <a:t>плагина</a:t>
            </a:r>
            <a:r>
              <a:rPr lang="ru-RU" dirty="0" smtClean="0"/>
              <a:t> для программы </a:t>
            </a:r>
            <a:r>
              <a:rPr lang="ru-RU" dirty="0" err="1" smtClean="0"/>
              <a:t>Krita</a:t>
            </a:r>
            <a:r>
              <a:rPr lang="ru-RU" dirty="0" smtClean="0"/>
              <a:t> для </a:t>
            </a:r>
            <a:r>
              <a:rPr lang="ru-RU" dirty="0" err="1" smtClean="0"/>
              <a:t>Physic</a:t>
            </a:r>
            <a:r>
              <a:rPr lang="ru-RU" dirty="0" smtClean="0"/>
              <a:t> </a:t>
            </a:r>
            <a:r>
              <a:rPr lang="ru-RU" dirty="0" err="1" smtClean="0"/>
              <a:t>Based</a:t>
            </a:r>
            <a:r>
              <a:rPr lang="ru-RU" dirty="0" smtClean="0"/>
              <a:t> </a:t>
            </a:r>
            <a:r>
              <a:rPr lang="ru-RU" dirty="0" err="1" smtClean="0"/>
              <a:t>Render</a:t>
            </a:r>
            <a:r>
              <a:rPr lang="ru-RU" dirty="0" smtClean="0"/>
              <a:t> </a:t>
            </a:r>
            <a:r>
              <a:rPr lang="ru-RU" dirty="0" err="1" smtClean="0"/>
              <a:t>raymarching</a:t>
            </a:r>
            <a:r>
              <a:rPr lang="ru-RU" dirty="0" smtClean="0"/>
              <a:t>»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2071670" y="5000636"/>
            <a:ext cx="500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ФИО студента: Моисеев Сергей Павлович 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24</Words>
  <Application>Microsoft Office PowerPoint</Application>
  <PresentationFormat>Экран (4:3)</PresentationFormat>
  <Paragraphs>3</Paragraphs>
  <Slides>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3" baseType="lpstr">
      <vt:lpstr>Тема Office</vt:lpstr>
      <vt:lpstr>SDForge</vt:lpstr>
      <vt:lpstr>Слайд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сергей</dc:creator>
  <cp:lastModifiedBy>сергей</cp:lastModifiedBy>
  <cp:revision>28</cp:revision>
  <dcterms:created xsi:type="dcterms:W3CDTF">2026-10-25T09:51:33Z</dcterms:created>
  <dcterms:modified xsi:type="dcterms:W3CDTF">2026-10-25T14:27:31Z</dcterms:modified>
</cp:coreProperties>
</file>